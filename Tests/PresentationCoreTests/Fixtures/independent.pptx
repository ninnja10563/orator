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Independent speaker 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858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71C24"/>
                </a:solidFill>
              </a:rPr>
              <a:t>Independent fixture — A &amp; B &lt; 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27432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1828800"/>
          <a:ext cx="4572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9144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45720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Second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