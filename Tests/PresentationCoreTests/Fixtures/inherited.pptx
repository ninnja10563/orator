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Inherited title placement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theme and layout typography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